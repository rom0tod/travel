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ЯНДЕКС ЛИЦЕЙ · WEBSERVER +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Calibri"/>
              </a:rPr>
              <a:t>TripPlanner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BD5E1"/>
                </a:solidFill>
                <a:latin typeface="Calibri"/>
              </a:rPr>
              <a:t>Социальный планировщик путешествий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CBD5E1"/>
                </a:solidFill>
                <a:latin typeface="Calibri"/>
              </a:rPr>
              <a:t>с интерактивной картой и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Автор: Роман Тодоров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4A3B8"/>
                </a:solidFill>
                <a:latin typeface="Calibri"/>
              </a:rPr>
              <a:t>Итоговый проект курса «Основы промышленного программирования»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Идея и 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Планировать поездку — больно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8580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Маршруты разбросаны по заметкам и скриншотам.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Бюджет считается «на салфетке».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Поделиться удобной картой с друзьями — отдельный квест.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F172A"/>
                </a:solidFill>
                <a:latin typeface="Calibri"/>
              </a:rPr>
              <a:t>Готовые сервисы либо платные, либо привязаны к экосистеме (Google Maps, Booking).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554480"/>
            <a:ext cx="3657600" cy="4114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BD5E1"/>
                </a:solidFill>
                <a:latin typeface="Calibri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377440"/>
            <a:ext cx="329184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Один сервис,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где маршрут,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бюджет и социалка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живут вместе.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Что умеет приложение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Аккаунты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Регистрация, хэширование паролей, профили с аватарами.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Поездки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Создание, редактирование, теги, обложки, флаг публичности.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6916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Маршрут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Интерактивная карта Leaflet, точки по дням, 6 категорий.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546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918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Геокодер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Авто-поиск координат адреса через Nominatim (сторонний API).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1546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291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918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Бюджет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947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Расходы по 6 категориям, сводка, индикатор перерасхода.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15468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291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2918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Социалка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947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Лайки (AJAX), комментарии, explore с поиском и пагинацией.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83480"/>
            <a:ext cx="11247120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Полноценный продукт, а не учебная заготовка: каждая функция доступна и через UI, и через REST API.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Сценарий 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3876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876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" y="24231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" y="274320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Регистрация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" y="3566160"/>
            <a:ext cx="1828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Логин, email,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хэш пароля</a:t>
            </a:r>
          </a:p>
        </p:txBody>
      </p:sp>
      <p:sp>
        <p:nvSpPr>
          <p:cNvPr id="10" name="Oval 9"/>
          <p:cNvSpPr/>
          <p:nvPr/>
        </p:nvSpPr>
        <p:spPr>
          <a:xfrm>
            <a:off x="3534156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4156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8356" y="24231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9796" y="274320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Создание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поездки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9796" y="3566160"/>
            <a:ext cx="1828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Название, даты,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бюджет, теги</a:t>
            </a:r>
          </a:p>
        </p:txBody>
      </p:sp>
      <p:sp>
        <p:nvSpPr>
          <p:cNvPr id="15" name="Oval 14"/>
          <p:cNvSpPr/>
          <p:nvPr/>
        </p:nvSpPr>
        <p:spPr>
          <a:xfrm>
            <a:off x="5774436" y="182880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4436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8636" y="24231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0076" y="274320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Точки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на карте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076" y="3566160"/>
            <a:ext cx="1828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Geocoder или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клик по карте</a:t>
            </a:r>
          </a:p>
        </p:txBody>
      </p:sp>
      <p:sp>
        <p:nvSpPr>
          <p:cNvPr id="20" name="Oval 19"/>
          <p:cNvSpPr/>
          <p:nvPr/>
        </p:nvSpPr>
        <p:spPr>
          <a:xfrm>
            <a:off x="8014716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4716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916" y="24231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0356" y="274320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Учёт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бюджета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566160"/>
            <a:ext cx="1828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Категории трат,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сводка</a:t>
            </a:r>
          </a:p>
        </p:txBody>
      </p:sp>
      <p:sp>
        <p:nvSpPr>
          <p:cNvPr id="25" name="Oval 24"/>
          <p:cNvSpPr/>
          <p:nvPr/>
        </p:nvSpPr>
        <p:spPr>
          <a:xfrm>
            <a:off x="10254996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4996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9196" y="24231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0636" y="274320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Публикация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0636" y="3566160"/>
            <a:ext cx="1828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Лайки,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комментарии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От пустого аккаунта до публикации маршрута — 5–7 минут.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Слойная архитектура · фабрика приложения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658368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Представление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Calibri"/>
              </a:rPr>
              <a:t>templates/  ·  static/  ·  Jinja2  ·  Bootstrap 5  ·  Leaflet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658368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Контроллеры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Calibri"/>
              </a:rPr>
              <a:t>main.py (Flask routes)  +  api/* (Flask-RESTful)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658368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Бизнес-логика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Calibri"/>
              </a:rPr>
              <a:t>forms/  (WTForms)   tools/  (helpers, geocoder)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120640"/>
            <a:ext cx="6583680" cy="86868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Calibri"/>
              </a:rPr>
              <a:t>data/  ·  SQLAlchemy 2.0  ·  PostgreSQL / 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103120"/>
            <a:ext cx="4114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240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316"/>
                </a:solidFill>
                <a:latin typeface="Calibri"/>
              </a:rPr>
              <a:t>ПРИНЦИПЫ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606040"/>
            <a:ext cx="36576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Фабрика create_app()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Изоляция dev / prod, удобно для тестов.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Слой данных независим от Flask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Модели работают в сидере и CLI без HTTP.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Единая конфигурация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Все константы — в config.py + ENV.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Переиспользуемые шаблоны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_card.html включается в 4 экранах.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Модель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4748B"/>
                </a:solidFill>
                <a:latin typeface="Calibri"/>
              </a:rPr>
              <a:t>7 ORM-моделей · one-to-many и many-to-many · UNIQUE на лайках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01168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username · email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password_hash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about · avatar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2286000"/>
            <a:ext cx="201168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3134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title · destination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start/end · budget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is_public · tags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286000"/>
            <a:ext cx="201168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39" y="23134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name · kind · day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latitude · longitude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order_index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286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84080" y="2286000"/>
            <a:ext cx="201168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3134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Expense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category · amount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currency · spent_at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02336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023360"/>
            <a:ext cx="2011680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05079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Comment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3891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content · created_at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FK Trip + FK User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02336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2011680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05079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Like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3891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FK Trip + FK User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UNIQUE constraint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402336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4023360"/>
            <a:ext cx="2011680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405079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3891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name · slug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M2M ↔ Trip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21808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Все модели наследуются от SerializerMixin → единый формат to_dict() для REST API. Каскадное удаление сохраняет целостность данных.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231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Python 3.12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803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Flask 2.3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SQLAlchemy 2.0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Flask-Login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Flask-WTF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091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Flask-RESTful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1663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Werkzeug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55448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554480"/>
            <a:ext cx="3657600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6642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24231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3317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Jinja2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8803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788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Bootstrap 5.3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3375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2461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Bootstrap Icons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37947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7033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Leaflet 1.9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42519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OpenStreetMap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47091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6177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AJAX (fetch API)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0" y="51663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5074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Адаптивная вёрстка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55448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16642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Данные · DevOps</a:t>
            </a:r>
          </a:p>
        </p:txBody>
      </p:sp>
      <p:sp>
        <p:nvSpPr>
          <p:cNvPr id="42" name="Oval 41"/>
          <p:cNvSpPr/>
          <p:nvPr/>
        </p:nvSpPr>
        <p:spPr>
          <a:xfrm>
            <a:off x="8412480" y="24231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3317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SQLite (dev)</a:t>
            </a:r>
          </a:p>
        </p:txBody>
      </p:sp>
      <p:sp>
        <p:nvSpPr>
          <p:cNvPr id="44" name="Oval 43"/>
          <p:cNvSpPr/>
          <p:nvPr/>
        </p:nvSpPr>
        <p:spPr>
          <a:xfrm>
            <a:off x="8412480" y="28803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788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PostgreSQL (prod)</a:t>
            </a:r>
          </a:p>
        </p:txBody>
      </p:sp>
      <p:sp>
        <p:nvSpPr>
          <p:cNvPr id="46" name="Oval 45"/>
          <p:cNvSpPr/>
          <p:nvPr/>
        </p:nvSpPr>
        <p:spPr>
          <a:xfrm>
            <a:off x="8412480" y="33375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32461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sqlalchemy-serializer</a:t>
            </a:r>
          </a:p>
        </p:txBody>
      </p:sp>
      <p:sp>
        <p:nvSpPr>
          <p:cNvPr id="48" name="Oval 47"/>
          <p:cNvSpPr/>
          <p:nvPr/>
        </p:nvSpPr>
        <p:spPr>
          <a:xfrm>
            <a:off x="8412480" y="37947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37033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Nominatim API</a:t>
            </a:r>
          </a:p>
        </p:txBody>
      </p:sp>
      <p:sp>
        <p:nvSpPr>
          <p:cNvPr id="50" name="Oval 49"/>
          <p:cNvSpPr/>
          <p:nvPr/>
        </p:nvSpPr>
        <p:spPr>
          <a:xfrm>
            <a:off x="8412480" y="42519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gunicorn (WSGI)</a:t>
            </a:r>
          </a:p>
        </p:txBody>
      </p:sp>
      <p:sp>
        <p:nvSpPr>
          <p:cNvPr id="52" name="Oval 51"/>
          <p:cNvSpPr/>
          <p:nvPr/>
        </p:nvSpPr>
        <p:spPr>
          <a:xfrm>
            <a:off x="8412480" y="47091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46177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Render.com</a:t>
            </a:r>
          </a:p>
        </p:txBody>
      </p:sp>
      <p:sp>
        <p:nvSpPr>
          <p:cNvPr id="54" name="Oval 53"/>
          <p:cNvSpPr/>
          <p:nvPr/>
        </p:nvSpPr>
        <p:spPr>
          <a:xfrm>
            <a:off x="8412480" y="516636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5074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GitHub + git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089904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✓ Все технологии модуля закрыты: requirements.txt · Bootstrap · ORM · auth · файлы · REST · сторонний API · БД · хостинг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14 эндпоинтов, единый формат ответа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39696"/>
            <a:ext cx="777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39696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2140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21408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список публичных поездок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32888"/>
            <a:ext cx="77724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создать поездку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777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077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/api/trips/&lt;id&gt;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0779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детали + точки и расходы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19272"/>
            <a:ext cx="777240" cy="2926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19272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00984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/api/trips/&lt;id&gt;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00984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обновить (владелец)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12464"/>
            <a:ext cx="777240" cy="2926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12464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694176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/api/trips/&lt;id&gt;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94176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удалить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05656"/>
            <a:ext cx="777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05656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08736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/api/trips/&lt;id&gt;/places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087368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точки маршрута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98848"/>
            <a:ext cx="77724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498848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4805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/api/trips/&lt;id&gt;/places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480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добавить точку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92040"/>
            <a:ext cx="777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892040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87375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/api/trips/&lt;id&gt;/expenses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87375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расходы и сводка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85232"/>
            <a:ext cx="777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85232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266944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/api/users/&lt;id&gt;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266944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профиль + публичные поездки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78424"/>
            <a:ext cx="777240" cy="2926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678424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660136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/api/geocode?address=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660136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Nominatim прокси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BD5E1"/>
                </a:solidFill>
                <a:latin typeface="Consolas"/>
              </a:rPr>
              <a:t>GET /api/trips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2103120"/>
            <a:ext cx="3657600" cy="3931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"success": true,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"total": 3,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"limit": 20,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"trips": [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{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  "id": 2,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  "title": "Гастротур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     по Тбилиси",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  "duration_days": 6,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  "likes_count": 1,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  "places_count": 4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  ]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Технические находки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Карта Leaflet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Цветные маркеры + линия маршрута по дням, выбор точек кликом.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109728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Геокодер Nominatim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Серверный proxy с собственным User-Agent и обработкой ошибок сети.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AJAX-лайки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Кнопка обновляет счётчик через fetch без перезагрузки страницы.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09728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Авто-сидинг БД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При старте на пустой БД сам создаёт демо-данные (нужно для бесплатного Render без Shell).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840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84048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023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Multi-уровневые права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6177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Trip.is_visible_to() / is_editable_by() — общий контракт для view и API.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8404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109728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One-click деплой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177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Calibri"/>
              </a:rPr>
              <a:t>render.yaml поднимает веб-сервис + PostgreSQL одной кнопкой.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В цифрах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" y="23774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2788920"/>
            <a:ext cx="2651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97316"/>
                </a:solidFill>
                <a:latin typeface="Calibri"/>
              </a:rPr>
              <a:t>4 410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4069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строк кода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45262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Python, HTML, CSS,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6" y="23774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2788920"/>
            <a:ext cx="2651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4069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ORM-моделей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45262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со связями one-to-many и M2M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3774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2788920"/>
            <a:ext cx="2651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069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45262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endpoints в едином формате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237744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788920"/>
            <a:ext cx="2651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4069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веб-маршрутов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45262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Flask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В критериях курса 500 строк дают 15 баллов. У нас — почти в 9 раз больше.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9731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02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Живое демо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9436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64592" cy="4754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ОТКРОЙТЕ В БРАУЗЕРЕ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Consolas"/>
              </a:rPr>
              <a:t>tripplanner-17ou.onrender.com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https://tripplanner-17ou.onrender.com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49039"/>
            <a:ext cx="5486400" cy="1280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BD5E1"/>
                </a:solidFill>
                <a:latin typeface="Calibri"/>
              </a:rPr>
              <a:t>ДЕМО-АККАУНТ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onsolas"/>
              </a:rPr>
              <a:t>Логин: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onsolas"/>
              </a:rPr>
              <a:t>Пароль: demo123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REST-проверка одним curl: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7784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Consolas"/>
              </a:rPr>
              <a:t>curl https://tripplanner-17ou.onrender.com/api/trips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Что показать за 90 секунд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2860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26771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578608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Открыть каталог публичных поездок.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29992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999232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8094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Открыть «Гастротур по Тбилиси»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291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Карта с маркерами, расписание по дням.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37124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712464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9417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Лайк без перезагрузки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005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Кнопка обновляет счётчик через AJAX.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44256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425696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40740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Войти как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718304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Создать новую точку через геокодер «Эрмитаж».</a:t>
            </a:r>
          </a:p>
        </p:txBody>
      </p:sp>
      <p:sp>
        <p:nvSpPr>
          <p:cNvPr id="33" name="Oval 32"/>
          <p:cNvSpPr/>
          <p:nvPr/>
        </p:nvSpPr>
        <p:spPr>
          <a:xfrm>
            <a:off x="6766560" y="51389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5138928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1206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API-демо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431536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Открыть /api/trips → показать чистый JSON.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TripPlanner · защита проекта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Готов ответить на ваши вопросы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5029200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9728" cy="2377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290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Calibri"/>
              </a:rPr>
              <a:t>САЙТ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947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tripplanner-17ou.onrender.com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63EB"/>
                </a:solidFill>
                <a:latin typeface="Calibri"/>
              </a:rPr>
              <a:t>РЕПОЗИТОРИЙ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github.com/rom0tod/travel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49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demo / demo123 — для входа на сайт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4846320" cy="2377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5204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BD5E1"/>
                </a:solidFill>
                <a:latin typeface="Calibri"/>
              </a:rPr>
              <a:t>В ОДНОМ ПРОЕКТЕ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886200"/>
            <a:ext cx="4389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Flask · ORM · auth · WTForms · REST · сторонний API · файлы · Bootstrap · Leaflet · Postgres · gunicorn · Render.com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Роман Тодоров · Яндекс Лицей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